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6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62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78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86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1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86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19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09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54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29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46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94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D73F2-0D18-4F34-8FE4-454EDA978B8A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13B94-0CEC-406B-8BB4-A94C05A9E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01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16C2CE-21BC-57BB-F281-89DBA1379CA9}"/>
              </a:ext>
            </a:extLst>
          </p:cNvPr>
          <p:cNvSpPr txBox="1"/>
          <p:nvPr/>
        </p:nvSpPr>
        <p:spPr>
          <a:xfrm>
            <a:off x="296324" y="141267"/>
            <a:ext cx="5862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コネクティング ・ ボルテッカー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7AF4A92-F6A8-04FF-4C73-CD426E8804BE}"/>
              </a:ext>
            </a:extLst>
          </p:cNvPr>
          <p:cNvSpPr/>
          <p:nvPr/>
        </p:nvSpPr>
        <p:spPr>
          <a:xfrm>
            <a:off x="6133058" y="668006"/>
            <a:ext cx="119592" cy="119592"/>
          </a:xfrm>
          <a:prstGeom prst="ellipse">
            <a:avLst/>
          </a:prstGeom>
          <a:noFill/>
          <a:ln w="22225">
            <a:solidFill>
              <a:srgbClr val="FFFF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稲妻 8">
            <a:extLst>
              <a:ext uri="{FF2B5EF4-FFF2-40B4-BE49-F238E27FC236}">
                <a16:creationId xmlns:a16="http://schemas.microsoft.com/office/drawing/2014/main" id="{BBF0187A-57E9-BB5D-BEF0-0766A9808848}"/>
              </a:ext>
            </a:extLst>
          </p:cNvPr>
          <p:cNvSpPr/>
          <p:nvPr/>
        </p:nvSpPr>
        <p:spPr>
          <a:xfrm rot="20700000" flipH="1">
            <a:off x="6227715" y="242458"/>
            <a:ext cx="310224" cy="310224"/>
          </a:xfrm>
          <a:prstGeom prst="lightningBolt">
            <a:avLst/>
          </a:prstGeom>
          <a:noFill/>
          <a:ln w="22225">
            <a:solidFill>
              <a:srgbClr val="FFFF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B824BE-04A6-573D-D4D8-18AA6D183F05}"/>
              </a:ext>
            </a:extLst>
          </p:cNvPr>
          <p:cNvSpPr txBox="1"/>
          <p:nvPr/>
        </p:nvSpPr>
        <p:spPr>
          <a:xfrm>
            <a:off x="271119" y="3814730"/>
            <a:ext cx="60516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繋げた電線に電気が通ると</a:t>
            </a:r>
            <a:endParaRPr kumimoji="1" lang="en-US" altLang="ja-JP" sz="3200" b="1" dirty="0">
              <a:ln w="22225">
                <a:solidFill>
                  <a:srgbClr val="FFFF00"/>
                </a:solidFill>
              </a:ln>
              <a:noFill/>
              <a:effectLst>
                <a:glow rad="63500">
                  <a:srgbClr val="FFFF00">
                    <a:alpha val="40000"/>
                  </a:srgbClr>
                </a:glo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en-US" altLang="ja-JP" sz="32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				  </a:t>
            </a:r>
            <a:r>
              <a:rPr kumimoji="1" lang="ja-JP" altLang="en-US" sz="32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明るくなって街が発展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B25356-8439-87E8-1087-A730AFB4B0B9}"/>
              </a:ext>
            </a:extLst>
          </p:cNvPr>
          <p:cNvSpPr txBox="1"/>
          <p:nvPr/>
        </p:nvSpPr>
        <p:spPr>
          <a:xfrm>
            <a:off x="89379" y="1842230"/>
            <a:ext cx="3986989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街中を駆け巡り</a:t>
            </a:r>
            <a:endParaRPr kumimoji="1" lang="en-US" altLang="ja-JP" sz="3600" b="1" dirty="0">
              <a:ln w="22225">
                <a:solidFill>
                  <a:srgbClr val="FFFF00"/>
                </a:solidFill>
              </a:ln>
              <a:noFill/>
              <a:effectLst>
                <a:glow rad="63500">
                  <a:srgbClr val="FFFF00">
                    <a:alpha val="40000"/>
                  </a:srgbClr>
                </a:glo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電線を繋げまくれ　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AF14A09B-9BA4-5DBD-CC7D-93004DE13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4" t="16653" r="16062"/>
          <a:stretch>
            <a:fillRect/>
          </a:stretch>
        </p:blipFill>
        <p:spPr>
          <a:xfrm>
            <a:off x="4356665" y="1772858"/>
            <a:ext cx="2310125" cy="1488872"/>
          </a:xfrm>
          <a:prstGeom prst="rect">
            <a:avLst/>
          </a:prstGeom>
          <a:ln w="31750">
            <a:solidFill>
              <a:srgbClr val="FFFF00"/>
            </a:solidFill>
          </a:ln>
          <a:effectLst>
            <a:glow rad="63500">
              <a:srgbClr val="FFFF00">
                <a:alpha val="40000"/>
              </a:srgbClr>
            </a:glow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83D162A-0235-F9B6-8446-4B6DB57B6D27}"/>
              </a:ext>
            </a:extLst>
          </p:cNvPr>
          <p:cNvGrpSpPr/>
          <p:nvPr/>
        </p:nvGrpSpPr>
        <p:grpSpPr>
          <a:xfrm>
            <a:off x="3799817" y="2442394"/>
            <a:ext cx="379946" cy="510165"/>
            <a:chOff x="6059840" y="1539722"/>
            <a:chExt cx="442743" cy="594484"/>
          </a:xfrm>
          <a:effectLst>
            <a:glow rad="63500">
              <a:srgbClr val="FFFF00">
                <a:alpha val="40000"/>
              </a:srgbClr>
            </a:glow>
          </a:effectLst>
        </p:grpSpPr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B8F0F5B5-3216-53B1-427F-B1C481223BFD}"/>
                </a:ext>
              </a:extLst>
            </p:cNvPr>
            <p:cNvSpPr/>
            <p:nvPr/>
          </p:nvSpPr>
          <p:spPr>
            <a:xfrm>
              <a:off x="6059840" y="1997514"/>
              <a:ext cx="136692" cy="136692"/>
            </a:xfrm>
            <a:prstGeom prst="ellipse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稲妻 20">
              <a:extLst>
                <a:ext uri="{FF2B5EF4-FFF2-40B4-BE49-F238E27FC236}">
                  <a16:creationId xmlns:a16="http://schemas.microsoft.com/office/drawing/2014/main" id="{4381287F-F448-CD0B-252D-D45B2ABD478A}"/>
                </a:ext>
              </a:extLst>
            </p:cNvPr>
            <p:cNvSpPr/>
            <p:nvPr/>
          </p:nvSpPr>
          <p:spPr>
            <a:xfrm rot="20700000" flipH="1">
              <a:off x="6148000" y="1539722"/>
              <a:ext cx="354583" cy="354583"/>
            </a:xfrm>
            <a:prstGeom prst="lightningBolt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B55AC512-7D28-639B-B4A6-2132F56173A0}"/>
              </a:ext>
            </a:extLst>
          </p:cNvPr>
          <p:cNvGrpSpPr/>
          <p:nvPr/>
        </p:nvGrpSpPr>
        <p:grpSpPr>
          <a:xfrm>
            <a:off x="6252650" y="4342459"/>
            <a:ext cx="379946" cy="510165"/>
            <a:chOff x="6059840" y="1539722"/>
            <a:chExt cx="442743" cy="594484"/>
          </a:xfrm>
          <a:effectLst>
            <a:glow rad="63500">
              <a:srgbClr val="FFFF00">
                <a:alpha val="40000"/>
              </a:srgbClr>
            </a:glow>
          </a:effectLst>
        </p:grpSpPr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31CF3360-C45F-7381-C593-AA831A71170F}"/>
                </a:ext>
              </a:extLst>
            </p:cNvPr>
            <p:cNvSpPr/>
            <p:nvPr/>
          </p:nvSpPr>
          <p:spPr>
            <a:xfrm>
              <a:off x="6059840" y="1997514"/>
              <a:ext cx="136692" cy="136692"/>
            </a:xfrm>
            <a:prstGeom prst="ellipse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稲妻 24">
              <a:extLst>
                <a:ext uri="{FF2B5EF4-FFF2-40B4-BE49-F238E27FC236}">
                  <a16:creationId xmlns:a16="http://schemas.microsoft.com/office/drawing/2014/main" id="{B43ACDAA-1C17-1B02-4B3C-21E4CAF640C3}"/>
                </a:ext>
              </a:extLst>
            </p:cNvPr>
            <p:cNvSpPr/>
            <p:nvPr/>
          </p:nvSpPr>
          <p:spPr>
            <a:xfrm rot="20700000" flipH="1">
              <a:off x="6148000" y="1539722"/>
              <a:ext cx="354583" cy="354583"/>
            </a:xfrm>
            <a:prstGeom prst="lightningBolt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655072-ADB9-9AF9-434D-A6875A66118C}"/>
              </a:ext>
            </a:extLst>
          </p:cNvPr>
          <p:cNvSpPr txBox="1"/>
          <p:nvPr/>
        </p:nvSpPr>
        <p:spPr>
          <a:xfrm>
            <a:off x="4478547" y="891721"/>
            <a:ext cx="4043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前期制作</a:t>
            </a:r>
            <a:r>
              <a:rPr kumimoji="1" lang="en-US" altLang="ja-JP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3D</a:t>
            </a:r>
            <a:r>
              <a:rPr kumimoji="1" lang="ja-JP" altLang="en-US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アクション</a:t>
            </a:r>
            <a:endParaRPr kumimoji="1" lang="en-US" altLang="ja-JP" b="1" dirty="0">
              <a:ln w="9525">
                <a:solidFill>
                  <a:srgbClr val="FFFF00"/>
                </a:solidFill>
              </a:ln>
              <a:noFill/>
              <a:effectLst>
                <a:glow rad="50800">
                  <a:srgbClr val="FFFF00">
                    <a:alpha val="40000"/>
                  </a:srgbClr>
                </a:glo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制作者 </a:t>
            </a:r>
            <a:r>
              <a:rPr kumimoji="1" lang="en-US" altLang="ja-JP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: </a:t>
            </a:r>
            <a:r>
              <a:rPr kumimoji="1" lang="ja-JP" altLang="en-US" b="1" dirty="0">
                <a:ln w="9525">
                  <a:solidFill>
                    <a:srgbClr val="FFFF00"/>
                  </a:solidFill>
                </a:ln>
                <a:noFill/>
                <a:effectLst>
                  <a:glow rad="508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齊藤天眞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29EB9DC6-8776-6216-EF62-9C37DF6E8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13892" r="7816" b="27924"/>
          <a:stretch>
            <a:fillRect/>
          </a:stretch>
        </p:blipFill>
        <p:spPr>
          <a:xfrm>
            <a:off x="147599" y="4867806"/>
            <a:ext cx="6562801" cy="2554761"/>
          </a:xfrm>
          <a:prstGeom prst="rect">
            <a:avLst/>
          </a:prstGeom>
          <a:ln w="38100">
            <a:noFill/>
          </a:ln>
          <a:effectLst>
            <a:glow rad="63500">
              <a:srgbClr val="FFFF00">
                <a:alpha val="68000"/>
              </a:srgbClr>
            </a:glow>
          </a:effec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D64A63D-BB5C-BE20-090B-9EDB800C66EB}"/>
              </a:ext>
            </a:extLst>
          </p:cNvPr>
          <p:cNvSpPr txBox="1"/>
          <p:nvPr/>
        </p:nvSpPr>
        <p:spPr>
          <a:xfrm>
            <a:off x="176542" y="7919080"/>
            <a:ext cx="6146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電線を繋げ街の発展を目指す</a:t>
            </a:r>
            <a:endParaRPr kumimoji="1" lang="en-US" altLang="ja-JP" sz="3600" b="1" dirty="0">
              <a:ln w="22225">
                <a:solidFill>
                  <a:srgbClr val="FFFF00"/>
                </a:solidFill>
              </a:ln>
              <a:noFill/>
              <a:effectLst>
                <a:glow rad="63500">
                  <a:srgbClr val="FFFF00">
                    <a:alpha val="40000"/>
                  </a:srgbClr>
                </a:glo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見下ろし方</a:t>
            </a:r>
            <a:r>
              <a:rPr kumimoji="1" lang="en-US" altLang="ja-JP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3D</a:t>
            </a:r>
            <a:r>
              <a:rPr kumimoji="1" lang="ja-JP" altLang="en-US" sz="3600" b="1" dirty="0">
                <a:ln w="22225">
                  <a:solidFill>
                    <a:srgbClr val="FFFF00"/>
                  </a:solidFill>
                </a:ln>
                <a:noFill/>
                <a:effectLst>
                  <a:glow rad="63500">
                    <a:srgbClr val="FFFF00">
                      <a:alpha val="40000"/>
                    </a:srgbClr>
                  </a:glo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アクションゲーム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2B7BEEA-8581-32AC-EDD4-EA1B812C0AED}"/>
              </a:ext>
            </a:extLst>
          </p:cNvPr>
          <p:cNvGrpSpPr/>
          <p:nvPr/>
        </p:nvGrpSpPr>
        <p:grpSpPr>
          <a:xfrm>
            <a:off x="6326870" y="8519244"/>
            <a:ext cx="379946" cy="510165"/>
            <a:chOff x="6059840" y="1539722"/>
            <a:chExt cx="442743" cy="594484"/>
          </a:xfrm>
          <a:effectLst>
            <a:glow rad="63500">
              <a:srgbClr val="FFFF00">
                <a:alpha val="40000"/>
              </a:srgbClr>
            </a:glow>
          </a:effectLst>
        </p:grpSpPr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7FA0FFB3-19F2-543B-32EB-5CC806D7AD6C}"/>
                </a:ext>
              </a:extLst>
            </p:cNvPr>
            <p:cNvSpPr/>
            <p:nvPr/>
          </p:nvSpPr>
          <p:spPr>
            <a:xfrm>
              <a:off x="6059840" y="1997514"/>
              <a:ext cx="136692" cy="136692"/>
            </a:xfrm>
            <a:prstGeom prst="ellipse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稲妻 31">
              <a:extLst>
                <a:ext uri="{FF2B5EF4-FFF2-40B4-BE49-F238E27FC236}">
                  <a16:creationId xmlns:a16="http://schemas.microsoft.com/office/drawing/2014/main" id="{7EFC40C6-7BDD-3EB6-AF99-87AB5133B1A5}"/>
                </a:ext>
              </a:extLst>
            </p:cNvPr>
            <p:cNvSpPr/>
            <p:nvPr/>
          </p:nvSpPr>
          <p:spPr>
            <a:xfrm rot="20700000" flipH="1">
              <a:off x="6148000" y="1539722"/>
              <a:ext cx="354583" cy="354583"/>
            </a:xfrm>
            <a:prstGeom prst="lightningBolt">
              <a:avLst/>
            </a:pr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381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45</Words>
  <Application>Microsoft Office PowerPoint</Application>
  <PresentationFormat>A4 210 x 297 mm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HGP創英角ﾎﾟｯﾌﾟ体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齊藤　天眞</dc:creator>
  <cp:lastModifiedBy>齊藤　天眞</cp:lastModifiedBy>
  <cp:revision>1</cp:revision>
  <dcterms:created xsi:type="dcterms:W3CDTF">2026-06-05T00:05:23Z</dcterms:created>
  <dcterms:modified xsi:type="dcterms:W3CDTF">2026-06-05T02:26:39Z</dcterms:modified>
</cp:coreProperties>
</file>