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628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5E9A4F-2C75-BE98-9F69-A8850551E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FB8F029-7756-180E-E3B4-DD8DC485B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9382C1-0A02-9D78-D971-DD89189E2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5A9FD-689D-4D7A-AE0F-75156732F67D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A0D78A-7502-E3B0-9FB3-2A5AAD558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102CEA-5F91-FFEB-50E1-267F56049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C8E65-D106-4F29-92DA-4AFEAD038A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1213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C27641-E031-9720-01E9-46D4EB379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C13741-FB1E-22E8-911E-D7C3A2D50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B9ED971-F021-EC5A-1325-B9E3A175D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5A9FD-689D-4D7A-AE0F-75156732F67D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1DD742-DBAD-6FB1-55BF-B4592B541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7120F3-9629-BFD3-C80A-C5D299D8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C8E65-D106-4F29-92DA-4AFEAD038A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4732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15A001-15FE-0532-DEB0-9430D8FAF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6604E88-CB91-2F37-0974-769E3ADBF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386790-72D5-0643-C351-5CF9BAD2B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5A9FD-689D-4D7A-AE0F-75156732F67D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A25CAF-1721-352B-4D5F-AAC5DF10C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DCFEF0-94E1-F5DD-B45C-2805E3098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C8E65-D106-4F29-92DA-4AFEAD038A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3211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9609BF-F63C-7485-7762-69916DB1D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2959DD-E60A-E260-D2A0-98651292C4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DF571EB-EB81-52D1-789D-521743B6C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BBECFA9-51C8-4F94-5DE3-D4074A89A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5A9FD-689D-4D7A-AE0F-75156732F67D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F4A7197-70B7-6829-1523-E8F9ACCA7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43EF797-D683-0286-BC53-F633F1E88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C8E65-D106-4F29-92DA-4AFEAD038A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7319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C022D2-2229-D178-48F6-96B8A4F62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8AEFC61-16E1-0A58-C666-47ED4D8E3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863122D-0E01-7ECD-C0AF-D768E3618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46BA28C-F7A2-E202-F207-BCB86A1CCA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26889A9-1795-1E94-12BC-C4D3398667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BB8B0C7-5CFB-4BDA-25C9-FDB5B1C1F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5A9FD-689D-4D7A-AE0F-75156732F67D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BAB6D98-C243-6281-32D2-33CBD688E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78AD3FF-A5AE-3767-9FD1-6C72E2CBE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C8E65-D106-4F29-92DA-4AFEAD038A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7210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2AF395-3936-4FAD-D52E-DF89BE464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0D69666-3962-E35E-89A7-742BB55A1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5A9FD-689D-4D7A-AE0F-75156732F67D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7184B6C-81E5-42C0-7C8B-D4A2D4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012625A-1673-E6EC-3C8B-744DCC9AC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C8E65-D106-4F29-92DA-4AFEAD038A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0802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75AC995-AA71-86F4-57E9-A826E30BA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5A9FD-689D-4D7A-AE0F-75156732F67D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B561774-0BA3-43E2-FDC9-B82C9FBB2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775713C-8836-AF09-70C0-8401B2626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C8E65-D106-4F29-92DA-4AFEAD038A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8711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63EDBE-09CD-38ED-1BB0-A5491FDE3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68148A-6417-E6C1-867C-236478F95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5DFDEDB-FF99-3869-41DE-37CC354FF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8D55DE4-69C3-ACA4-2B0C-6B4012D83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5A9FD-689D-4D7A-AE0F-75156732F67D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B4ECA6D-06E6-9C3E-39D1-C08A0F54C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2708C4B-E522-84C2-5DC4-782244182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C8E65-D106-4F29-92DA-4AFEAD038A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5648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9CEA52-744B-FD6C-7C5F-6223AF5B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F23075F-E879-E0EF-B356-34EA70CE14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2CB680-D777-4903-99A1-CAFF5FD7D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60A6C3-2621-5591-1A82-097334661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5A9FD-689D-4D7A-AE0F-75156732F67D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1F5DA0A-D213-2BB7-A62C-8D441831A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7EADB09-F86A-28A6-5E51-75225C4F1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C8E65-D106-4F29-92DA-4AFEAD038A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9606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084609-C595-AA8B-1EAB-ECD697824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ADE895F-579F-59D4-8761-7CC1213957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065D02-A838-12D5-062A-976229024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5A9FD-689D-4D7A-AE0F-75156732F67D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D3BF2E-7E97-C6D4-1144-A72CB0766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DB79B1-31D3-C68B-DC5D-ACCD9828E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C8E65-D106-4F29-92DA-4AFEAD038A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3333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9321EA4-5857-59FF-8341-5FC5131C5A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E0D040F-DC4B-7B66-97DD-137DFB18F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F76F1EF-68BA-CEAD-C98B-B6F0E5EA8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5A9FD-689D-4D7A-AE0F-75156732F67D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ECAFF4C-CA2E-7E2F-7EB9-04D90C632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FBDED4-F093-9A28-829C-C7D92B9E1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C8E65-D106-4F29-92DA-4AFEAD038A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291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B6CD934-7CDD-BA82-0211-51ACCA977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95D1F8B-BA57-B33B-6FCC-7EAC298E2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4960CB-1167-18E1-D98C-219872B56D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D5A9FD-689D-4D7A-AE0F-75156732F67D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E00794-0433-51E3-CE5F-A19FB63913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6188F7-7004-1B43-666E-DDE6EF922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1C8E65-D106-4F29-92DA-4AFEAD038A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72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3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7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499E0243-58B3-62B7-074E-8FC07DF3A0F1}"/>
              </a:ext>
            </a:extLst>
          </p:cNvPr>
          <p:cNvSpPr/>
          <p:nvPr/>
        </p:nvSpPr>
        <p:spPr>
          <a:xfrm>
            <a:off x="1793297" y="4338712"/>
            <a:ext cx="2716441" cy="773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C359C343-FA86-5A16-0EA0-52CC3288E92D}"/>
              </a:ext>
            </a:extLst>
          </p:cNvPr>
          <p:cNvSpPr/>
          <p:nvPr/>
        </p:nvSpPr>
        <p:spPr>
          <a:xfrm>
            <a:off x="471231" y="1670046"/>
            <a:ext cx="2716441" cy="773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60A37D6-0A46-88DB-5C41-D7AB3674FDE9}"/>
              </a:ext>
            </a:extLst>
          </p:cNvPr>
          <p:cNvSpPr/>
          <p:nvPr/>
        </p:nvSpPr>
        <p:spPr>
          <a:xfrm rot="3792781">
            <a:off x="2382724" y="3038432"/>
            <a:ext cx="3008601" cy="479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A25E0BE-7A40-F785-22F4-26358C08B8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5819" y="4130127"/>
            <a:ext cx="4476902" cy="447690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D9C0E016-5297-16A5-7143-CFBB7B5B6B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086"/>
            <a:ext cx="4726260" cy="1545972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DA9A958C-FA28-787F-F1AA-A047CD67AE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90" y="2254014"/>
            <a:ext cx="3335310" cy="1876113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9DB19AF9-045A-1F94-7AF0-96E0D0ECB7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213" y="4906200"/>
            <a:ext cx="3315047" cy="1864714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EF83C5CA-B20C-A549-81D8-C5C2D867A6C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3" y="1608762"/>
            <a:ext cx="892731" cy="669548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7F51BBE9-7081-C5C6-F862-91557FA327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098" y="1584466"/>
            <a:ext cx="892731" cy="669548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38A11800-8B4D-3502-B710-491131A577F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079" y="4281476"/>
            <a:ext cx="892731" cy="669548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9AFD5AAC-A937-3491-09D5-3442784FD25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8224" y="4281476"/>
            <a:ext cx="892731" cy="669548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425EF933-5183-5021-3EF8-6FAA53E202A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853" y="4387476"/>
            <a:ext cx="498493" cy="498493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B37B6EF2-CC31-7B8F-4176-DD873D293AF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4582" y="4400933"/>
            <a:ext cx="498493" cy="498493"/>
          </a:xfrm>
          <a:prstGeom prst="rect">
            <a:avLst/>
          </a:prstGeom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F9F2DED2-0FDA-B445-2A54-B7A89CCBADF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32" y="1747418"/>
            <a:ext cx="498493" cy="498493"/>
          </a:xfrm>
          <a:prstGeom prst="rect">
            <a:avLst/>
          </a:prstGeom>
        </p:spPr>
      </p:pic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3DFFC26-388B-EEEB-7783-AA7492FA9B22}"/>
              </a:ext>
            </a:extLst>
          </p:cNvPr>
          <p:cNvSpPr txBox="1"/>
          <p:nvPr/>
        </p:nvSpPr>
        <p:spPr>
          <a:xfrm>
            <a:off x="5591102" y="607273"/>
            <a:ext cx="1703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概要</a:t>
            </a:r>
          </a:p>
        </p:txBody>
      </p:sp>
    </p:spTree>
    <p:extLst>
      <p:ext uri="{BB962C8B-B14F-4D97-AF65-F5344CB8AC3E}">
        <p14:creationId xmlns:p14="http://schemas.microsoft.com/office/powerpoint/2010/main" val="1171469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HG丸ｺﾞｼｯｸM-PRO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天眞 齊藤</dc:creator>
  <cp:lastModifiedBy>天眞 齊藤</cp:lastModifiedBy>
  <cp:revision>1</cp:revision>
  <dcterms:created xsi:type="dcterms:W3CDTF">2026-09-30T13:40:27Z</dcterms:created>
  <dcterms:modified xsi:type="dcterms:W3CDTF">2026-09-30T14:12:45Z</dcterms:modified>
</cp:coreProperties>
</file>